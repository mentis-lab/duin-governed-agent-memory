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Moonrise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望月 releases 2027 on Xbox and Steam after a closed beta.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